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6" r:id="rId5"/>
    <p:sldMasterId id="2147483669" r:id="rId6"/>
    <p:sldMasterId id="2147483682" r:id="rId7"/>
  </p:sldMasterIdLst>
  <p:notesMasterIdLst>
    <p:notesMasterId r:id="rId9"/>
  </p:notesMasterIdLst>
  <p:sldIdLst>
    <p:sldId id="14999340" r:id="rId8"/>
    <p:sldId id="14999341" r:id="rId10"/>
    <p:sldId id="1499934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2" userDrawn="1">
          <p15:clr>
            <a:srgbClr val="747775"/>
          </p15:clr>
        </p15:guide>
        <p15:guide id="2" pos="285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24" autoAdjust="0"/>
  </p:normalViewPr>
  <p:slideViewPr>
    <p:cSldViewPr snapToGrid="0" showGuides="1">
      <p:cViewPr varScale="1">
        <p:scale>
          <a:sx n="85" d="100"/>
          <a:sy n="85" d="100"/>
        </p:scale>
        <p:origin x="180" y="64"/>
      </p:cViewPr>
      <p:guideLst>
        <p:guide orient="horz" pos="1682"/>
        <p:guide pos="2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7238" cy="3424238"/>
          </a:xfrm>
          <a:prstGeom prst="rect">
            <a:avLst/>
          </a:prstGeom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3884760" y="8685360"/>
            <a:ext cx="296712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7BBB3697-69E2-4D2B-9568-A99A461FC75D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charset="-122"/>
              </a:rPr>
            </a:fld>
            <a:endParaRPr kumimoji="0" lang="en-US" sz="1200" b="1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4888" cy="3424238"/>
          </a:xfrm>
          <a:prstGeom prst="rect">
            <a:avLst/>
          </a:prstGeom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3884760" y="8685360"/>
            <a:ext cx="296712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17DBCF7-CB5C-4855-8CC0-F814F88E6775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charset="-122"/>
              </a:rPr>
            </a:fld>
            <a:endParaRPr kumimoji="0" lang="en-US" sz="1200" b="1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4888" cy="3424238"/>
          </a:xfrm>
          <a:prstGeom prst="rect">
            <a:avLst/>
          </a:prstGeom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3884760" y="8685360"/>
            <a:ext cx="296712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17DBCF7-CB5C-4855-8CC0-F814F88E6775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charset="-122"/>
              </a:rPr>
            </a:fld>
            <a:endParaRPr kumimoji="0" lang="en-US" sz="1200" b="1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BF211-9478-4EF0-9549-949B2FBFD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40B604-2874-4373-9180-38440B59C6F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3" y="154983"/>
            <a:ext cx="2299589" cy="605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BF211-9478-4EF0-9549-949B2FBFD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40B604-2874-4373-9180-38440B59C6F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3" y="154983"/>
            <a:ext cx="2299589" cy="605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BF211-9478-4EF0-9549-949B2FBFD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40B604-2874-4373-9180-38440B59C6F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3" y="154983"/>
            <a:ext cx="2299589" cy="605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4237200"/>
          </a:xfrm>
          <a:prstGeom prst="roundRect">
            <a:avLst>
              <a:gd name="adj" fmla="val 32"/>
            </a:avLst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92875"/>
            <a:ext cx="2844800" cy="365125"/>
          </a:xfrm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471139"/>
            <a:ext cx="2844800" cy="365125"/>
          </a:xfrm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2" descr="https://timgsa.baidu.com/timg?image&amp;quality=80&amp;size=b9999_10000&amp;sec=1599549956974&amp;di=38d236ac7c4be2ede8538409c9b70374&amp;imgtype=0&amp;src=http%3A%2F%2F5b0988e595225.cdn.sohucs.com%2Fimages%2F20171205%2F36135b42273c423287bdf86678e698a9.jpe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"/>
          <a:stretch>
            <a:fillRect/>
          </a:stretch>
        </p:blipFill>
        <p:spPr bwMode="auto">
          <a:xfrm>
            <a:off x="11009804" y="0"/>
            <a:ext cx="1145192" cy="85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894586"/>
            <a:ext cx="12192000" cy="0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6" Type="http://schemas.openxmlformats.org/officeDocument/2006/relationships/theme" Target="../theme/theme6.xml"/><Relationship Id="rId15" Type="http://schemas.openxmlformats.org/officeDocument/2006/relationships/image" Target="../media/image2.jpeg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0"/>
            <a:ext cx="12187200" cy="4232520"/>
          </a:xfrm>
          <a:prstGeom prst="roundRect">
            <a:avLst>
              <a:gd name="adj" fmla="val 32"/>
            </a:avLst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zh-CN" altLang="en-US" sz="4400" b="0" strike="noStrike" spc="-1">
                <a:latin typeface="Arial" panose="020B0604020202020204"/>
              </a:rPr>
              <a:t>点击鼠标编辑标题文字格式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3200" b="0" strike="noStrike" spc="-1">
                <a:latin typeface="Arial" panose="020B0604020202020204"/>
              </a:rPr>
              <a:t>点击鼠标编辑大纲文字格式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800" b="0" strike="noStrike" spc="-1">
                <a:latin typeface="Arial" panose="020B0604020202020204"/>
              </a:rPr>
              <a:t>第二个大纲级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400" b="0" strike="noStrike" spc="-1">
                <a:latin typeface="Arial" panose="020B0604020202020204"/>
              </a:rPr>
              <a:t>第三大纲级别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000" b="0" strike="noStrike" spc="-1">
                <a:latin typeface="Arial" panose="020B0604020202020204"/>
              </a:rPr>
              <a:t>第四大纲级别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第五大纲级别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第六大纲级别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第七大纲级别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800" indent="-323850" algn="l" defTabSz="914400" rtl="0" eaLnBrk="1" latinLnBrk="0" hangingPunct="1">
        <a:lnSpc>
          <a:spcPct val="90000"/>
        </a:lnSpc>
        <a:spcBef>
          <a:spcPts val="1415"/>
        </a:spcBef>
        <a:buClr>
          <a:srgbClr val="000000"/>
        </a:buClr>
        <a:buSzPct val="45000"/>
        <a:buFont typeface="Wingdings" panose="05000000000000000000" pitchFamily="2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6492960"/>
            <a:ext cx="12185760" cy="3603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</p:sp>
      <p:pic>
        <p:nvPicPr>
          <p:cNvPr id="40" name="Picture 2" descr="https://timgsa.baidu.com/timg?image&amp;quality=80&amp;size=b9999_10000&amp;sec=1599549956974&amp;di=38d236ac7c4be2ede8538409c9b70374&amp;imgtype=0&amp;src=http%3A%2F%2F5b0988e595225.cdn.sohucs.com%2Fimages%2F20171205%2F36135b42273c423287bdf86678e698a9.jpeg"/>
          <p:cNvPicPr/>
          <p:nvPr/>
        </p:nvPicPr>
        <p:blipFill>
          <a:blip r:embed="rId15"/>
          <a:srcRect t="547"/>
          <a:stretch>
            <a:fillRect/>
          </a:stretch>
        </p:blipFill>
        <p:spPr>
          <a:xfrm>
            <a:off x="11009760" y="0"/>
            <a:ext cx="1139040" cy="848160"/>
          </a:xfrm>
          <a:prstGeom prst="rect">
            <a:avLst/>
          </a:prstGeom>
          <a:ln>
            <a:noFill/>
          </a:ln>
        </p:spPr>
      </p:pic>
      <p:sp>
        <p:nvSpPr>
          <p:cNvPr id="41" name="Line 2"/>
          <p:cNvSpPr/>
          <p:nvPr/>
        </p:nvSpPr>
        <p:spPr>
          <a:xfrm>
            <a:off x="0" y="894240"/>
            <a:ext cx="12192000" cy="0"/>
          </a:xfrm>
          <a:prstGeom prst="line">
            <a:avLst/>
          </a:prstGeom>
          <a:ln w="25560"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PlaceHolder 3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zh-CN" altLang="en-US" sz="4400" b="0" strike="noStrike" spc="-1">
                <a:latin typeface="Arial" panose="020B0604020202020204"/>
              </a:rPr>
              <a:t>点击鼠标编辑标题文字格式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3200" b="0" strike="noStrike" spc="-1">
                <a:latin typeface="Arial" panose="020B0604020202020204"/>
              </a:rPr>
              <a:t>点击鼠标编辑大纲文字格式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800" b="0" strike="noStrike" spc="-1">
                <a:latin typeface="Arial" panose="020B0604020202020204"/>
              </a:rPr>
              <a:t>第二个大纲级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400" b="0" strike="noStrike" spc="-1">
                <a:latin typeface="Arial" panose="020B0604020202020204"/>
              </a:rPr>
              <a:t>第三大纲级别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000" b="0" strike="noStrike" spc="-1">
                <a:latin typeface="Arial" panose="020B0604020202020204"/>
              </a:rPr>
              <a:t>第四大纲级别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第五大纲级别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第六大纲级别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第七大纲级别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800" indent="-323850" algn="l" defTabSz="914400" rtl="0" eaLnBrk="1" latinLnBrk="0" hangingPunct="1">
        <a:lnSpc>
          <a:spcPct val="90000"/>
        </a:lnSpc>
        <a:spcBef>
          <a:spcPts val="1415"/>
        </a:spcBef>
        <a:buClr>
          <a:srgbClr val="000000"/>
        </a:buClr>
        <a:buSzPct val="45000"/>
        <a:buFont typeface="Wingdings" panose="05000000000000000000" pitchFamily="2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slide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2"/>
          <p:cNvSpPr/>
          <p:nvPr/>
        </p:nvSpPr>
        <p:spPr>
          <a:xfrm>
            <a:off x="1841520" y="4434120"/>
            <a:ext cx="874296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buClrTx/>
              <a:tabLst>
                <a:tab pos="0" algn="l"/>
              </a:tabLst>
            </a:pPr>
            <a:r>
              <a:rPr lang="en-US" sz="1600" kern="1200" spc="-1">
                <a:latin typeface="微软雅黑" panose="020B0503020204020204" pitchFamily="34" charset="-122"/>
                <a:ea typeface="微软雅黑" panose="020B0503020204020204" pitchFamily="34" charset="-122"/>
              </a:rPr>
              <a:t>Laboratory of Intelligent Robotics , Dalian University of Technology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graphicFrame>
        <p:nvGraphicFramePr>
          <p:cNvPr id="88" name="Table 3"/>
          <p:cNvGraphicFramePr/>
          <p:nvPr/>
        </p:nvGraphicFramePr>
        <p:xfrm>
          <a:off x="3431640" y="2508840"/>
          <a:ext cx="1944000" cy="579240"/>
        </p:xfrm>
        <a:graphic>
          <a:graphicData uri="http://schemas.openxmlformats.org/drawingml/2006/table">
            <a:tbl>
              <a:tblPr/>
              <a:tblGrid>
                <a:gridCol w="1944000"/>
              </a:tblGrid>
              <a:tr h="579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3200" b="1" strike="noStrike" spc="-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王俊博</a:t>
                      </a:r>
                      <a:endParaRPr lang="zh-CN" sz="3200" b="1" strike="noStrike" spc="-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400" marR="6840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9" name="CustomShape 4"/>
          <p:cNvSpPr/>
          <p:nvPr/>
        </p:nvSpPr>
        <p:spPr>
          <a:xfrm>
            <a:off x="7889520" y="3695401"/>
            <a:ext cx="2443680" cy="396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buClrTx/>
              <a:tabLst>
                <a:tab pos="0" algn="l"/>
              </a:tabLst>
            </a:pPr>
            <a:r>
              <a:rPr lang="en-US" sz="2000" kern="1200" spc="-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2026.6.1</a:t>
            </a:r>
            <a:endParaRPr lang="en-US" sz="2000" b="1" kern="1200" spc="-1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0" name="CustomShape 5"/>
          <p:cNvSpPr/>
          <p:nvPr/>
        </p:nvSpPr>
        <p:spPr>
          <a:xfrm>
            <a:off x="3041040" y="5501160"/>
            <a:ext cx="4100760" cy="549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spcBef>
                <a:spcPts val="320"/>
              </a:spcBef>
              <a:buClrTx/>
              <a:tabLst>
                <a:tab pos="0" algn="l"/>
              </a:tabLst>
            </a:pPr>
            <a:r>
              <a:rPr lang="zh-CN" altLang="en-US" sz="1600" b="1" kern="1200" spc="-1">
                <a:solidFill>
                  <a:srgbClr val="376092"/>
                </a:solidFill>
                <a:latin typeface="Palatino Linotype" panose="02040502050505030304"/>
                <a:ea typeface="宋体" panose="02010600030101010101" charset="-122"/>
              </a:rPr>
              <a:t>人工智能学院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 algn="just">
              <a:spcBef>
                <a:spcPts val="245"/>
              </a:spcBef>
              <a:buClrTx/>
              <a:tabLst>
                <a:tab pos="0" algn="l"/>
              </a:tabLst>
            </a:pPr>
            <a:r>
              <a:rPr lang="en-US" sz="1220" b="1" kern="1200" spc="-1">
                <a:solidFill>
                  <a:srgbClr val="376092"/>
                </a:solidFill>
                <a:latin typeface="Calibri" panose="020F0502020204030204"/>
                <a:ea typeface="宋体" panose="02010600030101010101" charset="-122"/>
              </a:rPr>
              <a:t>College of Artificial Intelligence</a:t>
            </a:r>
            <a:endParaRPr lang="en-US" sz="122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1" name="CustomShape 6"/>
          <p:cNvSpPr/>
          <p:nvPr/>
        </p:nvSpPr>
        <p:spPr>
          <a:xfrm>
            <a:off x="3016560" y="6022800"/>
            <a:ext cx="4100760" cy="549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spcBef>
                <a:spcPts val="320"/>
              </a:spcBef>
              <a:buClrTx/>
              <a:tabLst>
                <a:tab pos="0" algn="l"/>
              </a:tabLst>
            </a:pPr>
            <a:r>
              <a:rPr lang="zh-CN" altLang="en-US" sz="1600" b="1" kern="1200" spc="-1">
                <a:solidFill>
                  <a:srgbClr val="376092"/>
                </a:solidFill>
                <a:latin typeface="Palatino Linotype" panose="02040502050505030304"/>
                <a:ea typeface="宋体" panose="02010600030101010101" charset="-122"/>
              </a:rPr>
              <a:t>智能机器人实验室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 algn="just">
              <a:spcBef>
                <a:spcPts val="245"/>
              </a:spcBef>
              <a:buClrTx/>
              <a:tabLst>
                <a:tab pos="0" algn="l"/>
              </a:tabLst>
            </a:pPr>
            <a:r>
              <a:rPr lang="en-US" sz="1220" b="1" kern="1200" spc="-1">
                <a:solidFill>
                  <a:srgbClr val="376092"/>
                </a:solidFill>
                <a:latin typeface="Calibri" panose="020F0502020204030204"/>
                <a:ea typeface="宋体" panose="02010600030101010101" charset="-122"/>
              </a:rPr>
              <a:t>Laboratory  of  Intelligent  Robotics</a:t>
            </a:r>
            <a:endParaRPr lang="en-US" sz="122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92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524000" y="4988880"/>
            <a:ext cx="1447560" cy="1702080"/>
          </a:xfrm>
          <a:prstGeom prst="rect">
            <a:avLst/>
          </a:prstGeom>
          <a:ln>
            <a:noFill/>
          </a:ln>
        </p:spPr>
      </p:pic>
      <p:pic>
        <p:nvPicPr>
          <p:cNvPr id="93" name="Picture 6" descr="https://ss1.bdstatic.com/70cFvXSh_Q1YnxGkpoWK1HF6hhy/it/u=424408943,2739799244&amp;fm=26&amp;gp=0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6777120" y="5325120"/>
            <a:ext cx="3736800" cy="1231560"/>
          </a:xfrm>
          <a:prstGeom prst="rect">
            <a:avLst/>
          </a:prstGeom>
          <a:ln>
            <a:noFill/>
          </a:ln>
        </p:spPr>
      </p:pic>
      <p:sp>
        <p:nvSpPr>
          <p:cNvPr id="94" name="CustomShape 7"/>
          <p:cNvSpPr/>
          <p:nvPr/>
        </p:nvSpPr>
        <p:spPr>
          <a:xfrm>
            <a:off x="3016560" y="4997520"/>
            <a:ext cx="4100760" cy="549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spcBef>
                <a:spcPts val="320"/>
              </a:spcBef>
              <a:buClrTx/>
              <a:tabLst>
                <a:tab pos="0" algn="l"/>
              </a:tabLst>
            </a:pPr>
            <a:r>
              <a:rPr lang="zh-CN" altLang="en-US" sz="1600" b="1" kern="1200" spc="-1">
                <a:solidFill>
                  <a:srgbClr val="376092"/>
                </a:solidFill>
                <a:latin typeface="Palatino Linotype" panose="02040502050505030304"/>
                <a:ea typeface="宋体" panose="02010600030101010101" charset="-122"/>
              </a:rPr>
              <a:t>控制科学与工程学院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 algn="just">
              <a:spcBef>
                <a:spcPts val="245"/>
              </a:spcBef>
              <a:buClrTx/>
              <a:tabLst>
                <a:tab pos="0" algn="l"/>
              </a:tabLst>
            </a:pPr>
            <a:r>
              <a:rPr lang="en-US" sz="1220" b="1" kern="1200" spc="-1">
                <a:solidFill>
                  <a:srgbClr val="376092"/>
                </a:solidFill>
                <a:latin typeface="Calibri" panose="020F0502020204030204"/>
                <a:ea typeface="宋体" panose="02010600030101010101" charset="-122"/>
              </a:rPr>
              <a:t>School of Control Science and Engineering</a:t>
            </a:r>
            <a:endParaRPr lang="en-US" sz="122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grpSp>
        <p:nvGrpSpPr>
          <p:cNvPr id="95" name="Group 8"/>
          <p:cNvGrpSpPr/>
          <p:nvPr/>
        </p:nvGrpSpPr>
        <p:grpSpPr>
          <a:xfrm>
            <a:off x="2665200" y="2422440"/>
            <a:ext cx="8004240" cy="247680"/>
            <a:chOff x="1141200" y="2422440"/>
            <a:chExt cx="8004240" cy="247680"/>
          </a:xfrm>
        </p:grpSpPr>
        <p:sp>
          <p:nvSpPr>
            <p:cNvPr id="96" name="Line 9"/>
            <p:cNvSpPr/>
            <p:nvPr/>
          </p:nvSpPr>
          <p:spPr>
            <a:xfrm flipH="1">
              <a:off x="1141200" y="2422440"/>
              <a:ext cx="8004240" cy="1440"/>
            </a:xfrm>
            <a:prstGeom prst="line">
              <a:avLst/>
            </a:prstGeom>
            <a:ln w="93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7" name="Line 10"/>
            <p:cNvSpPr/>
            <p:nvPr/>
          </p:nvSpPr>
          <p:spPr>
            <a:xfrm>
              <a:off x="2009520" y="2425680"/>
              <a:ext cx="0" cy="244440"/>
            </a:xfrm>
            <a:prstGeom prst="line">
              <a:avLst/>
            </a:prstGeom>
            <a:ln w="93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00"/>
    </mc:Choice>
    <mc:Fallback>
      <p:transition spd="slow" advTm="44000"/>
    </mc:Fallback>
  </mc:AlternateContent>
</p:sld>
</file>

<file path=ppt/slides/slide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6"/>
          <p:cNvSpPr/>
          <p:nvPr/>
        </p:nvSpPr>
        <p:spPr>
          <a:xfrm>
            <a:off x="1665120" y="3888000"/>
            <a:ext cx="5256360" cy="258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8696" y="154379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zh-CN" altLang="en-US" sz="2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上周工作</a:t>
            </a:r>
            <a:endParaRPr lang="zh-CN" altLang="en-US" sz="2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8696" y="1203991"/>
            <a:ext cx="5029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en-US" altLang="zh-CN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改论文，完成终稿</a:t>
            </a:r>
            <a:endParaRPr lang="zh-CN" altLang="en-US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r>
              <a:rPr lang="en-US" altLang="zh-CN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做毕设答辩</a:t>
            </a:r>
            <a:r>
              <a:rPr lang="en-US" altLang="zh-CN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en-US" altLang="zh-CN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endParaRPr lang="zh-CN" altLang="en-US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000" name="FooterDate"/>
          <p:cNvSpPr txBox="1"/>
          <p:nvPr/>
        </p:nvSpPr>
        <p:spPr>
          <a:xfrm>
            <a:off x="1981200" y="649296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YYYY.MM.DD</a:t>
            </a:r>
          </a:p>
        </p:txBody>
      </p:sp>
      <p:sp>
        <p:nvSpPr>
          <p:cNvPr id="100001" name="FooterPage"/>
          <p:cNvSpPr txBox="1"/>
          <p:nvPr/>
        </p:nvSpPr>
        <p:spPr>
          <a:xfrm>
            <a:off x="8077080" y="647100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5"/>
          <p:cNvSpPr/>
          <p:nvPr/>
        </p:nvSpPr>
        <p:spPr>
          <a:xfrm>
            <a:off x="2280000" y="2621881"/>
            <a:ext cx="762804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03" name="CustomShape 6"/>
          <p:cNvSpPr/>
          <p:nvPr/>
        </p:nvSpPr>
        <p:spPr>
          <a:xfrm>
            <a:off x="1665120" y="3888000"/>
            <a:ext cx="5256360" cy="258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8696" y="154379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zh-CN" altLang="en-US" sz="2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下周工作</a:t>
            </a:r>
            <a:endParaRPr lang="zh-CN" altLang="en-US" sz="2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1838696" y="1203991"/>
            <a:ext cx="5029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zh-CN" altLang="en-US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校稿，准备答辩</a:t>
            </a:r>
            <a:endParaRPr lang="en-US" altLang="zh-CN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endParaRPr lang="zh-CN" altLang="en-US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002" name="FooterDate"/>
          <p:cNvSpPr txBox="1"/>
          <p:nvPr/>
        </p:nvSpPr>
        <p:spPr>
          <a:xfrm>
            <a:off x="1981200" y="649296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YYYY.MM.DD</a:t>
            </a:r>
          </a:p>
        </p:txBody>
      </p:sp>
      <p:sp>
        <p:nvSpPr>
          <p:cNvPr id="100003" name="FooterPage"/>
          <p:cNvSpPr txBox="1"/>
          <p:nvPr/>
        </p:nvSpPr>
        <p:spPr>
          <a:xfrm>
            <a:off x="8077080" y="647100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WPS 演示</Application>
  <PresentationFormat>宽屏</PresentationFormat>
  <Paragraphs>43</Paragraphs>
  <Slides>3</Slides>
  <Notes>45</Notes>
  <HiddenSlides>0</HiddenSlides>
  <MMClips>2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</vt:i4>
      </vt:variant>
    </vt:vector>
  </HeadingPairs>
  <TitlesOfParts>
    <vt:vector size="28" baseType="lpstr">
      <vt:lpstr>Arial</vt:lpstr>
      <vt:lpstr>PMingLiU</vt:lpstr>
      <vt:lpstr>Wingdings</vt:lpstr>
      <vt:lpstr>Arial</vt:lpstr>
      <vt:lpstr>微软雅黑</vt:lpstr>
      <vt:lpstr>MS PGothic</vt:lpstr>
      <vt:lpstr>黑体</vt:lpstr>
      <vt:lpstr>Symbol</vt:lpstr>
      <vt:lpstr>Noto Sans SC</vt:lpstr>
      <vt:lpstr>宋体</vt:lpstr>
      <vt:lpstr>Times New Roman</vt:lpstr>
      <vt:lpstr>Palatino Linotype</vt:lpstr>
      <vt:lpstr>Calibri</vt:lpstr>
      <vt:lpstr>Arial Unicode MS</vt:lpstr>
      <vt:lpstr>Palatino Linotype</vt:lpstr>
      <vt:lpstr>Calibri</vt:lpstr>
      <vt:lpstr>Helvetica</vt:lpstr>
      <vt:lpstr>Wingdings</vt:lpstr>
      <vt:lpstr>DejaVu Sans</vt:lpstr>
      <vt:lpstr>Office 主题​​</vt:lpstr>
      <vt:lpstr>1_默认主题</vt:lpstr>
      <vt:lpstr>2_默认主题</vt:lpstr>
      <vt:lpstr>3_默认主题</vt:lpstr>
      <vt:lpstr>Office Theme</vt:lpstr>
      <vt:lpstr>1_Office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EDY</cp:lastModifiedBy>
  <cp:revision>58</cp:revision>
  <dcterms:created xsi:type="dcterms:W3CDTF">2026-04-16T05:29:00Z</dcterms:created>
  <dcterms:modified xsi:type="dcterms:W3CDTF">2026-06-01T03:01:05Z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ICV">
    <vt:lpwstr>0C968DD2296F41A8BD6A60A9EC6DAEBB_12</vt:lpwstr>
  </op:property>
  <op:property fmtid="{D5CDD505-2E9C-101B-9397-08002B2CF9AE}" pid="3" name="KSOProductBuildVer">
    <vt:lpwstr>3076-12.1.0.26880</vt:lpwstr>
  </op:property>
  <op:property fmtid="{D5CDD505-2E9C-101B-9397-08002B2CF9AE}" pid="4" name="OfficeCLI.Version">
    <vt:lpwstr>1.0.143</vt:lpwstr>
  </op:property>
  <op:property fmtid="{D5CDD505-2E9C-101B-9397-08002B2CF9AE}" pid="5" name="OfficeCLI.LastModified">
    <vt:lpwstr>2026-08-04T04:24:36Z</vt:lpwstr>
  </op:property>
</op:Properties>
</file>